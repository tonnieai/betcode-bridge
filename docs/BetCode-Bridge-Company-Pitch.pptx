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822960"/>
            <a:ext cx="10515600" cy="51206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25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BETCODE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F4F7FF"/>
                </a:solidFill>
              </a:defRPr>
            </a:pPr>
            <a:r>
              <a:t>API Partnership Proposal for Bookmaker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B8C2D9"/>
                </a:solidFill>
              </a:defRPr>
            </a:pPr>
            <a:r>
              <a:t>Focus: Reactivating inactive customers and increasing repeat betting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4F7FF"/>
                </a:solidFill>
              </a:defRPr>
            </a:pPr>
            <a:r>
              <a:t>Meeting Deck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Partner Meeting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1. The Opportunity for Your Bookmaker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6858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Many customers become inactive because bet-slip recreation is slow and frustrating.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BetCode Bridge removes friction by turning shared slips into actionable bets quickly.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Lower friction drives return visits, stronger retention, and better conversion from dormant users.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This is a practical reactivation channel without a major product overhaul on your side.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83879" y="1417320"/>
            <a:ext cx="3017520" cy="182880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62763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</a:defRPr>
            </a:pPr>
            <a:r>
              <a:t>Primary 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901952"/>
            <a:ext cx="25603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F7FF"/>
                </a:solidFill>
              </a:defRPr>
            </a:pPr>
            <a:r>
              <a:t>Reawaken</a:t>
            </a:r>
            <a:br/>
            <a:r>
              <a:t>inactive</a:t>
            </a:r>
            <a:br/>
            <a:r>
              <a:t>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3474720"/>
            <a:ext cx="3017520" cy="164592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3675887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</a:defRPr>
            </a:pPr>
            <a:r>
              <a:t>Secondary Gains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931920"/>
            <a:ext cx="2560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4F7FF"/>
                </a:solidFill>
              </a:defRPr>
            </a:pPr>
            <a:r>
              <a:t>More repeat sessions</a:t>
            </a:r>
            <a:br/>
            <a:r>
              <a:t>Higher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2. How BetCode Bridge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11680"/>
            <a:ext cx="2148840" cy="210312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User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4F7FF"/>
                </a:solidFill>
              </a:defRPr>
            </a:pPr>
            <a:r>
              <a:t>Share code</a:t>
            </a:r>
            <a:br/>
            <a:r>
              <a:t>and source</a:t>
            </a:r>
            <a:br/>
            <a:r>
              <a:t>bookmaker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880360"/>
            <a:ext cx="320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2148840" cy="210312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2402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Decode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743200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4F7FF"/>
                </a:solidFill>
              </a:defRPr>
            </a:pPr>
            <a:r>
              <a:t>Source slip</a:t>
            </a:r>
            <a:br/>
            <a:r>
              <a:t>normalized</a:t>
            </a:r>
            <a:br/>
            <a:r>
              <a:t>into selections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880360"/>
            <a:ext cx="320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2148840" cy="210312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Map &amp;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4F7FF"/>
                </a:solidFill>
              </a:defRPr>
            </a:pPr>
            <a:r>
              <a:t>Markets</a:t>
            </a:r>
            <a:br/>
            <a:r>
              <a:t>and odds</a:t>
            </a:r>
            <a:br/>
            <a:r>
              <a:t>mapped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320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011680"/>
            <a:ext cx="2148840" cy="210312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224028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743200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F4F7FF"/>
                </a:solidFill>
              </a:defRPr>
            </a:pPr>
            <a:r>
              <a:t>Destination</a:t>
            </a:r>
            <a:br/>
            <a:r>
              <a:t>code and</a:t>
            </a:r>
            <a:br/>
            <a: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8C2D9"/>
                </a:solidFill>
              </a:defRPr>
            </a:pPr>
            <a:r>
              <a:t>Current build is integration-ready and can connect to your official API with your preferred auth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3. Commercial Impact for Your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10972800" cy="10058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D4AF37"/>
                </a:solidFill>
              </a:defRPr>
            </a:pPr>
            <a:r>
              <a:t>Core value: reawaken inactive users and turn slip intent into active betting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3429000" cy="28346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2926080"/>
            <a:ext cx="137160" cy="21945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Reactivation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5204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C2D9"/>
                </a:solidFill>
              </a:defRPr>
            </a:pPr>
            <a:r>
              <a:t>Dormant users return</a:t>
            </a:r>
            <a:br/>
            <a:r>
              <a:t>with lower friction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651760"/>
            <a:ext cx="3429000" cy="28346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73168" y="2926080"/>
            <a:ext cx="137160" cy="219456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35204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C2D9"/>
                </a:solidFill>
              </a:defRPr>
            </a:pPr>
            <a:r>
              <a:t>More repeat</a:t>
            </a:r>
            <a:br/>
            <a:r>
              <a:t>weekly sessions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651760"/>
            <a:ext cx="3429000" cy="28346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22208" y="2926080"/>
            <a:ext cx="137160" cy="2194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5204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8C2D9"/>
                </a:solidFill>
              </a:defRPr>
            </a:pPr>
            <a:r>
              <a:t>Faster slip completion</a:t>
            </a:r>
            <a:br/>
            <a:r>
              <a:t>and more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4. API Access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7132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Sandbox and production base URLs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Authentication method (Bearer token, API key, or signed headers)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Share-code or bet-slip decode endpoint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Request and response schema with sample payloads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Rate limits, quotas, and retry behavior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Onboarding and production approval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83879" y="1417320"/>
            <a:ext cx="3200400" cy="425196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6916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</a:defRPr>
            </a:pPr>
            <a:r>
              <a:t>Reference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4F7FF"/>
                </a:solidFill>
                <a:latin typeface="Consolas"/>
              </a:defRPr>
            </a:pPr>
            <a:r>
              <a:t>{</a:t>
            </a:r>
            <a:br/>
            <a:r>
              <a:t>  "code": "0",</a:t>
            </a:r>
            <a:br/>
            <a:r>
              <a:t>  "message": "success",</a:t>
            </a:r>
            <a:br/>
            <a:r>
              <a:t>  "data": {</a:t>
            </a:r>
            <a:br/>
            <a:r>
              <a:t>    "shareCode": "waxec6",</a:t>
            </a:r>
            <a:br/>
            <a:r>
              <a:t>    "outcomes": [...]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5. Security and Compliance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7315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Credentials are stored in environment variables, never hardcoded.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Access can be sandbox-first with controlled rollout to production.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Integration can be toggled off safely if the API is unavailable.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Usage logs can be limited to non-sensitive metadata.</a:t>
            </a:r>
          </a:p>
          <a:p>
            <a:pPr>
              <a:spcAft>
                <a:spcPts val="1200"/>
              </a:spcAft>
              <a:defRPr sz="1600">
                <a:solidFill>
                  <a:srgbClr val="F4F7FF"/>
                </a:solidFill>
              </a:defRPr>
            </a:pPr>
            <a:r>
              <a:t>Architecture supports least-privilege access and scoped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0" y="1600200"/>
            <a:ext cx="3063240" cy="356616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1080" y="20574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Risk-Control</a:t>
            </a:r>
            <a:br/>
            <a:r>
              <a:t>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2926080"/>
            <a:ext cx="2514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8C2D9"/>
                </a:solidFill>
              </a:defRPr>
            </a:pPr>
            <a:r>
              <a:t>No credential leak</a:t>
            </a:r>
            <a:br/>
            <a:r>
              <a:t>Safe fallback mode</a:t>
            </a:r>
            <a:br/>
            <a:r>
              <a:t>Predictable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F"/>
                </a:solidFill>
              </a:defRPr>
            </a:pPr>
            <a:r>
              <a:t>6. Pilot Plan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Proposed 3-phase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10607040" cy="114300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2140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99339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Sandbox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2D9"/>
                </a:solidFill>
              </a:defRPr>
            </a:pPr>
            <a:r>
              <a:t>Validate auth, endpoint contract, and response mapping.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10128"/>
            <a:ext cx="10607040" cy="114300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0273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474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Controlled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7705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2D9"/>
                </a:solidFill>
              </a:defRPr>
            </a:pPr>
            <a:r>
              <a:t>Small user cohort, monitor reliability and engagement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791456"/>
            <a:ext cx="10607040" cy="114300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8406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95604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F7FF"/>
                </a:solidFill>
              </a:defRPr>
            </a:pPr>
            <a:r>
              <a:t>Production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358384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2D9"/>
                </a:solidFill>
              </a:defRPr>
            </a:pPr>
            <a:r>
              <a:t>Wider rollout with reporting and optimization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Confidential Partner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>
                <a:solidFill>
                  <a:srgbClr val="F4F7FF"/>
                </a:solidFill>
              </a:defRPr>
            </a:pPr>
            <a:r>
              <a:t>Let us activate dormant users and grow repeat betting sessions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3886200"/>
            <a:ext cx="5029200" cy="1463040"/>
          </a:xfrm>
          <a:prstGeom prst="rect">
            <a:avLst/>
          </a:prstGeom>
          <a:solidFill>
            <a:srgbClr val="111B2E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4760" y="4160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4498848"/>
            <a:ext cx="45720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4F7FF"/>
                </a:solidFill>
              </a:defRPr>
            </a:pPr>
            <a:r>
              <a:t>[Your Name]</a:t>
            </a:r>
            <a:br/>
            <a:r>
              <a:t>[Company/App Name]</a:t>
            </a:r>
            <a:br/>
            <a:r>
              <a:t>[Email Address]</a:t>
            </a:r>
            <a:br/>
            <a:r>
              <a:t>[Phone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C2D9"/>
                </a:solidFill>
              </a:defRPr>
            </a:pPr>
            <a:r>
              <a:t>BetCode Bridge - Ready for Partner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